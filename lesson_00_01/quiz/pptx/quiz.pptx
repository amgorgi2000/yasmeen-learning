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698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869520D-6CE2-4BB8-89F7-D7A9625F8A4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698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9840" cy="32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23E7107-32E0-4C66-8CF0-B629405DD47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698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69840" cy="32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3910091-E0A6-40C8-94F1-5B9406D012A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/>
          <p:cNvPicPr/>
          <p:nvPr/>
        </p:nvPicPr>
        <p:blipFill>
          <a:blip r:embed="rId1"/>
          <a:stretch/>
        </p:blipFill>
        <p:spPr>
          <a:xfrm>
            <a:off x="0" y="0"/>
            <a:ext cx="10095120" cy="56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2026-08-16T17:36:40Z</dcterms:created>
  <dc:creator/>
  <dc:description/>
  <dc:language>en-US</dc:language>
  <cp:lastModifiedBy/>
  <dcterms:modified xsi:type="dcterms:W3CDTF">2026-08-17T12:05:52Z</dcterms:modified>
  <cp:revision>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